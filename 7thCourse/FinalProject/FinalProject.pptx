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g Dang" userId="28434b9d-ac73-488f-b222-756718324d00" providerId="ADAL" clId="{41CFE630-D5C6-41FF-9D2F-ED6B6FC659A7}"/>
    <pc:docChg chg="custSel addSld modSld">
      <pc:chgData name="Giang Dang" userId="28434b9d-ac73-488f-b222-756718324d00" providerId="ADAL" clId="{41CFE630-D5C6-41FF-9D2F-ED6B6FC659A7}" dt="2025-09-30T22:38:02.516" v="31" actId="22"/>
      <pc:docMkLst>
        <pc:docMk/>
      </pc:docMkLst>
      <pc:sldChg chg="addSp delSp modSp new mod">
        <pc:chgData name="Giang Dang" userId="28434b9d-ac73-488f-b222-756718324d00" providerId="ADAL" clId="{41CFE630-D5C6-41FF-9D2F-ED6B6FC659A7}" dt="2025-09-30T21:42:41.920" v="7" actId="1076"/>
        <pc:sldMkLst>
          <pc:docMk/>
          <pc:sldMk cId="1271504390" sldId="257"/>
        </pc:sldMkLst>
        <pc:spChg chg="del">
          <ac:chgData name="Giang Dang" userId="28434b9d-ac73-488f-b222-756718324d00" providerId="ADAL" clId="{41CFE630-D5C6-41FF-9D2F-ED6B6FC659A7}" dt="2025-09-30T21:42:31.862" v="2" actId="478"/>
          <ac:spMkLst>
            <pc:docMk/>
            <pc:sldMk cId="1271504390" sldId="257"/>
            <ac:spMk id="2" creationId="{99B68ECC-9875-DFAC-3691-FAC63CE95B33}"/>
          </ac:spMkLst>
        </pc:spChg>
        <pc:spChg chg="del">
          <ac:chgData name="Giang Dang" userId="28434b9d-ac73-488f-b222-756718324d00" providerId="ADAL" clId="{41CFE630-D5C6-41FF-9D2F-ED6B6FC659A7}" dt="2025-09-30T21:42:30.821" v="1" actId="478"/>
          <ac:spMkLst>
            <pc:docMk/>
            <pc:sldMk cId="1271504390" sldId="257"/>
            <ac:spMk id="3" creationId="{3DD2147A-6EBD-1234-47DC-161C61889EFF}"/>
          </ac:spMkLst>
        </pc:spChg>
        <pc:picChg chg="add mod">
          <ac:chgData name="Giang Dang" userId="28434b9d-ac73-488f-b222-756718324d00" providerId="ADAL" clId="{41CFE630-D5C6-41FF-9D2F-ED6B6FC659A7}" dt="2025-09-30T21:42:41.920" v="7" actId="1076"/>
          <ac:picMkLst>
            <pc:docMk/>
            <pc:sldMk cId="1271504390" sldId="257"/>
            <ac:picMk id="5" creationId="{E351C8F7-2D97-4322-8C68-44832C280606}"/>
          </ac:picMkLst>
        </pc:picChg>
      </pc:sldChg>
      <pc:sldChg chg="addSp delSp modSp new mod">
        <pc:chgData name="Giang Dang" userId="28434b9d-ac73-488f-b222-756718324d00" providerId="ADAL" clId="{41CFE630-D5C6-41FF-9D2F-ED6B6FC659A7}" dt="2025-09-30T21:45:42.571" v="9" actId="22"/>
        <pc:sldMkLst>
          <pc:docMk/>
          <pc:sldMk cId="1530601502" sldId="258"/>
        </pc:sldMkLst>
        <pc:spChg chg="del">
          <ac:chgData name="Giang Dang" userId="28434b9d-ac73-488f-b222-756718324d00" providerId="ADAL" clId="{41CFE630-D5C6-41FF-9D2F-ED6B6FC659A7}" dt="2025-09-30T21:45:42.571" v="9" actId="22"/>
          <ac:spMkLst>
            <pc:docMk/>
            <pc:sldMk cId="1530601502" sldId="258"/>
            <ac:spMk id="3" creationId="{F040FB04-74B9-BB63-60DF-8B1F5825C615}"/>
          </ac:spMkLst>
        </pc:spChg>
        <pc:picChg chg="add mod ord">
          <ac:chgData name="Giang Dang" userId="28434b9d-ac73-488f-b222-756718324d00" providerId="ADAL" clId="{41CFE630-D5C6-41FF-9D2F-ED6B6FC659A7}" dt="2025-09-30T21:45:42.571" v="9" actId="22"/>
          <ac:picMkLst>
            <pc:docMk/>
            <pc:sldMk cId="1530601502" sldId="258"/>
            <ac:picMk id="5" creationId="{C1AAEC35-C8AD-060E-F9BA-381AECDA01B1}"/>
          </ac:picMkLst>
        </pc:picChg>
      </pc:sldChg>
      <pc:sldChg chg="addSp new mod">
        <pc:chgData name="Giang Dang" userId="28434b9d-ac73-488f-b222-756718324d00" providerId="ADAL" clId="{41CFE630-D5C6-41FF-9D2F-ED6B6FC659A7}" dt="2025-09-30T21:46:29.932" v="11" actId="22"/>
        <pc:sldMkLst>
          <pc:docMk/>
          <pc:sldMk cId="2351085344" sldId="259"/>
        </pc:sldMkLst>
        <pc:picChg chg="add">
          <ac:chgData name="Giang Dang" userId="28434b9d-ac73-488f-b222-756718324d00" providerId="ADAL" clId="{41CFE630-D5C6-41FF-9D2F-ED6B6FC659A7}" dt="2025-09-30T21:46:29.932" v="11" actId="22"/>
          <ac:picMkLst>
            <pc:docMk/>
            <pc:sldMk cId="2351085344" sldId="259"/>
            <ac:picMk id="5" creationId="{CDBE5CDB-7F29-8DBF-E465-20E4FBEC9D19}"/>
          </ac:picMkLst>
        </pc:picChg>
      </pc:sldChg>
      <pc:sldChg chg="addSp delSp new mod">
        <pc:chgData name="Giang Dang" userId="28434b9d-ac73-488f-b222-756718324d00" providerId="ADAL" clId="{41CFE630-D5C6-41FF-9D2F-ED6B6FC659A7}" dt="2025-09-30T21:47:13.718" v="14" actId="22"/>
        <pc:sldMkLst>
          <pc:docMk/>
          <pc:sldMk cId="4043633637" sldId="260"/>
        </pc:sldMkLst>
        <pc:spChg chg="del">
          <ac:chgData name="Giang Dang" userId="28434b9d-ac73-488f-b222-756718324d00" providerId="ADAL" clId="{41CFE630-D5C6-41FF-9D2F-ED6B6FC659A7}" dt="2025-09-30T21:47:12.328" v="13" actId="478"/>
          <ac:spMkLst>
            <pc:docMk/>
            <pc:sldMk cId="4043633637" sldId="260"/>
            <ac:spMk id="3" creationId="{8E54BCC8-C988-BB9C-78ED-2E6B637E2E7C}"/>
          </ac:spMkLst>
        </pc:spChg>
        <pc:picChg chg="add">
          <ac:chgData name="Giang Dang" userId="28434b9d-ac73-488f-b222-756718324d00" providerId="ADAL" clId="{41CFE630-D5C6-41FF-9D2F-ED6B6FC659A7}" dt="2025-09-30T21:47:13.718" v="14" actId="22"/>
          <ac:picMkLst>
            <pc:docMk/>
            <pc:sldMk cId="4043633637" sldId="260"/>
            <ac:picMk id="5" creationId="{E98410E1-D4C7-9D12-84ED-754FD32994D5}"/>
          </ac:picMkLst>
        </pc:picChg>
      </pc:sldChg>
      <pc:sldChg chg="addSp delSp new mod">
        <pc:chgData name="Giang Dang" userId="28434b9d-ac73-488f-b222-756718324d00" providerId="ADAL" clId="{41CFE630-D5C6-41FF-9D2F-ED6B6FC659A7}" dt="2025-09-30T21:48:06.656" v="18" actId="22"/>
        <pc:sldMkLst>
          <pc:docMk/>
          <pc:sldMk cId="1431031916" sldId="261"/>
        </pc:sldMkLst>
        <pc:spChg chg="del">
          <ac:chgData name="Giang Dang" userId="28434b9d-ac73-488f-b222-756718324d00" providerId="ADAL" clId="{41CFE630-D5C6-41FF-9D2F-ED6B6FC659A7}" dt="2025-09-30T21:48:03.494" v="17" actId="478"/>
          <ac:spMkLst>
            <pc:docMk/>
            <pc:sldMk cId="1431031916" sldId="261"/>
            <ac:spMk id="2" creationId="{2CC609AB-F519-A59F-C6C3-833A1B3A4F34}"/>
          </ac:spMkLst>
        </pc:spChg>
        <pc:spChg chg="del">
          <ac:chgData name="Giang Dang" userId="28434b9d-ac73-488f-b222-756718324d00" providerId="ADAL" clId="{41CFE630-D5C6-41FF-9D2F-ED6B6FC659A7}" dt="2025-09-30T21:48:00.550" v="16" actId="478"/>
          <ac:spMkLst>
            <pc:docMk/>
            <pc:sldMk cId="1431031916" sldId="261"/>
            <ac:spMk id="3" creationId="{51B03633-F553-C21E-1FED-84FB69D9414F}"/>
          </ac:spMkLst>
        </pc:spChg>
        <pc:picChg chg="add">
          <ac:chgData name="Giang Dang" userId="28434b9d-ac73-488f-b222-756718324d00" providerId="ADAL" clId="{41CFE630-D5C6-41FF-9D2F-ED6B6FC659A7}" dt="2025-09-30T21:48:06.656" v="18" actId="22"/>
          <ac:picMkLst>
            <pc:docMk/>
            <pc:sldMk cId="1431031916" sldId="261"/>
            <ac:picMk id="5" creationId="{58007B09-0472-87F7-7E60-68131609062C}"/>
          </ac:picMkLst>
        </pc:picChg>
      </pc:sldChg>
      <pc:sldChg chg="addSp delSp new mod">
        <pc:chgData name="Giang Dang" userId="28434b9d-ac73-488f-b222-756718324d00" providerId="ADAL" clId="{41CFE630-D5C6-41FF-9D2F-ED6B6FC659A7}" dt="2025-09-30T21:49:04.944" v="24" actId="22"/>
        <pc:sldMkLst>
          <pc:docMk/>
          <pc:sldMk cId="510545337" sldId="262"/>
        </pc:sldMkLst>
        <pc:spChg chg="del">
          <ac:chgData name="Giang Dang" userId="28434b9d-ac73-488f-b222-756718324d00" providerId="ADAL" clId="{41CFE630-D5C6-41FF-9D2F-ED6B6FC659A7}" dt="2025-09-30T21:48:52.918" v="21" actId="478"/>
          <ac:spMkLst>
            <pc:docMk/>
            <pc:sldMk cId="510545337" sldId="262"/>
            <ac:spMk id="2" creationId="{608B1ABE-324A-8B51-2320-424AC5D52234}"/>
          </ac:spMkLst>
        </pc:spChg>
        <pc:spChg chg="del">
          <ac:chgData name="Giang Dang" userId="28434b9d-ac73-488f-b222-756718324d00" providerId="ADAL" clId="{41CFE630-D5C6-41FF-9D2F-ED6B6FC659A7}" dt="2025-09-30T21:48:51.533" v="20" actId="478"/>
          <ac:spMkLst>
            <pc:docMk/>
            <pc:sldMk cId="510545337" sldId="262"/>
            <ac:spMk id="3" creationId="{77A2CC60-3EF9-AE60-0309-17E6B3A49ECF}"/>
          </ac:spMkLst>
        </pc:spChg>
        <pc:picChg chg="add del">
          <ac:chgData name="Giang Dang" userId="28434b9d-ac73-488f-b222-756718324d00" providerId="ADAL" clId="{41CFE630-D5C6-41FF-9D2F-ED6B6FC659A7}" dt="2025-09-30T21:48:57.238" v="23" actId="478"/>
          <ac:picMkLst>
            <pc:docMk/>
            <pc:sldMk cId="510545337" sldId="262"/>
            <ac:picMk id="5" creationId="{40EC1708-AFDB-6A73-EF2F-AD2C578DF921}"/>
          </ac:picMkLst>
        </pc:picChg>
        <pc:picChg chg="add">
          <ac:chgData name="Giang Dang" userId="28434b9d-ac73-488f-b222-756718324d00" providerId="ADAL" clId="{41CFE630-D5C6-41FF-9D2F-ED6B6FC659A7}" dt="2025-09-30T21:49:04.944" v="24" actId="22"/>
          <ac:picMkLst>
            <pc:docMk/>
            <pc:sldMk cId="510545337" sldId="262"/>
            <ac:picMk id="7" creationId="{63175A81-319E-3888-4FBF-8E65A6EE30BF}"/>
          </ac:picMkLst>
        </pc:picChg>
      </pc:sldChg>
      <pc:sldChg chg="addSp delSp modSp new mod">
        <pc:chgData name="Giang Dang" userId="28434b9d-ac73-488f-b222-756718324d00" providerId="ADAL" clId="{41CFE630-D5C6-41FF-9D2F-ED6B6FC659A7}" dt="2025-09-30T21:56:19.875" v="28" actId="1076"/>
        <pc:sldMkLst>
          <pc:docMk/>
          <pc:sldMk cId="3881425459" sldId="263"/>
        </pc:sldMkLst>
        <pc:spChg chg="del">
          <ac:chgData name="Giang Dang" userId="28434b9d-ac73-488f-b222-756718324d00" providerId="ADAL" clId="{41CFE630-D5C6-41FF-9D2F-ED6B6FC659A7}" dt="2025-09-30T21:56:16.577" v="26" actId="478"/>
          <ac:spMkLst>
            <pc:docMk/>
            <pc:sldMk cId="3881425459" sldId="263"/>
            <ac:spMk id="3" creationId="{FE8A2492-C52D-A22C-5C48-F9FABE0B37E9}"/>
          </ac:spMkLst>
        </pc:spChg>
        <pc:picChg chg="add mod">
          <ac:chgData name="Giang Dang" userId="28434b9d-ac73-488f-b222-756718324d00" providerId="ADAL" clId="{41CFE630-D5C6-41FF-9D2F-ED6B6FC659A7}" dt="2025-09-30T21:56:19.875" v="28" actId="1076"/>
          <ac:picMkLst>
            <pc:docMk/>
            <pc:sldMk cId="3881425459" sldId="263"/>
            <ac:picMk id="5" creationId="{0F239AC2-7556-6BD2-5571-B005650B2213}"/>
          </ac:picMkLst>
        </pc:picChg>
      </pc:sldChg>
      <pc:sldChg chg="addSp delSp new mod">
        <pc:chgData name="Giang Dang" userId="28434b9d-ac73-488f-b222-756718324d00" providerId="ADAL" clId="{41CFE630-D5C6-41FF-9D2F-ED6B6FC659A7}" dt="2025-09-30T22:38:02.516" v="31" actId="22"/>
        <pc:sldMkLst>
          <pc:docMk/>
          <pc:sldMk cId="3681892896" sldId="264"/>
        </pc:sldMkLst>
        <pc:spChg chg="del">
          <ac:chgData name="Giang Dang" userId="28434b9d-ac73-488f-b222-756718324d00" providerId="ADAL" clId="{41CFE630-D5C6-41FF-9D2F-ED6B6FC659A7}" dt="2025-09-30T22:38:00.732" v="30" actId="478"/>
          <ac:spMkLst>
            <pc:docMk/>
            <pc:sldMk cId="3681892896" sldId="264"/>
            <ac:spMk id="3" creationId="{16B5FA82-8FE2-9E01-F526-CFCA1996C78D}"/>
          </ac:spMkLst>
        </pc:spChg>
        <pc:picChg chg="add">
          <ac:chgData name="Giang Dang" userId="28434b9d-ac73-488f-b222-756718324d00" providerId="ADAL" clId="{41CFE630-D5C6-41FF-9D2F-ED6B6FC659A7}" dt="2025-09-30T22:38:02.516" v="31" actId="22"/>
          <ac:picMkLst>
            <pc:docMk/>
            <pc:sldMk cId="3681892896" sldId="264"/>
            <ac:picMk id="5" creationId="{3EDB6EA7-1DB5-2844-6DFF-228560466C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B188-F880-4EE9-93A3-1118FCDB0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C5207-204E-4861-8F75-1670F1510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15BCD-0A83-4A5B-B771-5E65988B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CEEB0-DBF9-4A41-87F0-6AE8242F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681C8-F387-4CA1-B1C4-E02AED01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57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93EB-E77E-4840-B2C1-3A7FE6C5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C1201-0045-47EC-88D1-13F21893E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E5E89-CD6A-4042-A457-632DDA3C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7D8B1-C515-4D6D-99E8-B6249B7C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D5C5-533E-4504-A962-29E39B5F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514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154A-FD87-4C6E-BCD1-562D97F9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58233-B549-4C8B-AECA-9C34B87F2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D5E20-4FF7-4E2E-B851-C2BC2EA0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99D6-27D2-41BD-AB2F-18B4CB29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E1513-D30C-4717-B2EB-3BC2DAC8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1942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84A-E376-4AED-AD88-D63F3C69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B1A1-B3EE-4C37-A762-C199F3F51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EA8-140E-47B5-B2B3-1459F9FAB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FC007-DF95-48E9-AD00-716AE29F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377A5-AC6C-48B0-AFD7-E9A16A31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52875-79A8-4298-8D7D-F7A37650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636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D22B-08A1-48C2-B3E7-8E99CFF8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82DB5-2716-46C8-97E6-9C74B44D3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84F44-538F-464D-AFB2-A5A590FB0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ABDCD-E6B4-4EEA-B3CE-37D3E5452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213E-36FF-46C1-B15A-564587347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F4BBA-380B-43B6-A4D4-E1964AD8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B7F11-2EE4-4AB7-AF52-2B3C7237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7DA7D-5424-4C75-BB0F-A5FB7CC0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187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9B71-EE4C-428D-A5B6-034C2F84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8168F-9010-4B91-AFD3-BDB82ACD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28396-C9BE-4DA7-B445-871037A9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D12FF-32F5-4A50-A6A6-03E0EDE3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633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B3EE3-C309-432A-92D3-66BDF46C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252D8-C134-4A9D-8430-A2480006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638BB-EC86-486C-9A61-F94FC5FB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5823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C52-728B-4E90-9862-C8E49718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3EF22-530C-45D5-B5F9-27B8AEA47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4C18D-1940-4E7E-AA70-E9744515D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6969C-E5E4-410C-AEFB-54E63509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0BAE8-3E41-442C-BE4A-867CC4D2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6EEB7-4B81-4B62-876A-3AD6484D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706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5B9D-831D-4860-A491-CF80D59D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E0C0E-4630-4248-B55E-F4E23C357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795CC-A8FA-40CB-B5EE-830D78B5C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4DAF6-3449-4000-8CB8-B5B64DCC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4F337-7C4E-4789-9D34-4A9B9A82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7B4CD-3014-4478-984F-8B1E0737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587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8383-5682-4B24-9CFF-7B9DF4B7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1A350-7071-430B-B1DC-B7179400F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4A6AC-11CA-4F2B-B7E8-27C32AA6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FC18-F21A-4F1B-B53A-60153AE6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D31F-92C5-4AAA-B223-08C9DD28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358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8711E-2064-4AD1-BF00-CFC634645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D3EBC-8F41-4D08-A94F-8E334A6F5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C88AB-78E0-4802-A2C3-CCA19AD3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28AF-B205-41F1-A5E6-F0ED4995EEDB}" type="datetimeFigureOut">
              <a:rPr lang="en-NZ" smtClean="0"/>
              <a:t>1/10/2025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4634-8D58-4DC2-B24A-A1149CA6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2368-9534-4657-8241-F6C50F6A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9BC00-7D3D-4AB5-9479-EFD90501692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62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6F810-AFB5-40E4-BD04-D6B5A8B7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280A-4501-4DF2-86AB-9295B4A88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1808-68F1-4211-996A-34E423CE6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EC928AF-B205-41F1-A5E6-F0ED4995EEDB}" type="datetimeFigureOut">
              <a:rPr lang="en-NZ" smtClean="0"/>
              <a:pPr/>
              <a:t>1/10/2025</a:t>
            </a:fld>
            <a:endParaRPr lang="en-N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88CD4-A28D-4D19-8AA1-FC137D7F6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N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BD0C0-2BF4-48E0-A465-1F3E6E90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159BC00-7D3D-4AB5-9479-EFD90501692E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E9CA7-FF80-D6BC-C7CD-0E585774481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185769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9EDD-BDD6-4853-9FDC-E956CB3BB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8FC18-7833-4E79-9D9C-B81003118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073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51C8F7-2D97-4322-8C68-44832C280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49" y="571656"/>
            <a:ext cx="9869277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0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508B-0D35-AC05-BF40-9A2EC26C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AAEC35-C8AD-060E-F9BA-381AECDA0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366" y="3220135"/>
            <a:ext cx="3353268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0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71FF-D304-0FBD-DB79-A2948FF6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53EE-8D6C-5A31-89F9-24A5F201A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E5CDB-7F29-8DBF-E465-20E4FBEC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86" y="2876473"/>
            <a:ext cx="5039428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8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97E6-AB18-6955-ABEA-A454A7CD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410E1-D4C7-9D12-84ED-754FD3299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2081024"/>
            <a:ext cx="5696745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3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007B09-0472-87F7-7E60-681316090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206" y="2504946"/>
            <a:ext cx="563958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3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175A81-319E-3888-4FBF-8E65A6EE3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39" y="2919341"/>
            <a:ext cx="391532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45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D918-4768-DEB6-9CF5-B0162C16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39AC2-7556-6BD2-5571-B005650B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33" y="1027906"/>
            <a:ext cx="9907383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2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45DE-8FD8-9945-612A-1DCCD006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B6EA7-1DB5-2844-6DFF-22856046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685417"/>
            <a:ext cx="9621593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92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B973065-B331-48F2-AC27-3536B16A5D77}" vid="{911098B6-A1B2-4BFF-A513-E841912FE6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Canterbury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Giang Dang</dc:creator>
  <cp:lastModifiedBy>Giang Dang</cp:lastModifiedBy>
  <cp:revision>1</cp:revision>
  <dcterms:created xsi:type="dcterms:W3CDTF">2025-09-30T21:41:41Z</dcterms:created>
  <dcterms:modified xsi:type="dcterms:W3CDTF">2025-09-30T22:38:05Z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b2326c-f811-4ccc-abcb-1b955c303c2e_Enabled">
    <vt:lpwstr>true</vt:lpwstr>
  </property>
  <property fmtid="{D5CDD505-2E9C-101B-9397-08002B2CF9AE}" pid="3" name="MSIP_Label_d2b2326c-f811-4ccc-abcb-1b955c303c2e_SetDate">
    <vt:lpwstr>2025-09-30T21:41:51Z</vt:lpwstr>
  </property>
  <property fmtid="{D5CDD505-2E9C-101B-9397-08002B2CF9AE}" pid="4" name="MSIP_Label_d2b2326c-f811-4ccc-abcb-1b955c303c2e_Method">
    <vt:lpwstr>Standard</vt:lpwstr>
  </property>
  <property fmtid="{D5CDD505-2E9C-101B-9397-08002B2CF9AE}" pid="5" name="MSIP_Label_d2b2326c-f811-4ccc-abcb-1b955c303c2e_Name">
    <vt:lpwstr>In-Confidence</vt:lpwstr>
  </property>
  <property fmtid="{D5CDD505-2E9C-101B-9397-08002B2CF9AE}" pid="6" name="MSIP_Label_d2b2326c-f811-4ccc-abcb-1b955c303c2e_SiteId">
    <vt:lpwstr>dc781727-710e-4855-bc4c-690266a1b551</vt:lpwstr>
  </property>
  <property fmtid="{D5CDD505-2E9C-101B-9397-08002B2CF9AE}" pid="7" name="MSIP_Label_d2b2326c-f811-4ccc-abcb-1b955c303c2e_ActionId">
    <vt:lpwstr>f49c5a16-37da-4bba-ad94-f031a291abda</vt:lpwstr>
  </property>
  <property fmtid="{D5CDD505-2E9C-101B-9397-08002B2CF9AE}" pid="8" name="MSIP_Label_d2b2326c-f811-4ccc-abcb-1b955c303c2e_ContentBits">
    <vt:lpwstr>2</vt:lpwstr>
  </property>
  <property fmtid="{D5CDD505-2E9C-101B-9397-08002B2CF9AE}" pid="9" name="MSIP_Label_d2b2326c-f811-4ccc-abcb-1b955c303c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In-Confidence</vt:lpwstr>
  </property>
</Properties>
</file>